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9T06:41:47.3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2597 527 24575,'0'2'0,"-5"164"0,3-134 0,-3 0 0,0-1 0,-12 36 0,-9 14 0,-27 99 0,-109 405 0,157-570 0,-16 61 0,20-71 0,0 1 0,0 0 0,1 0 0,-1 0 0,1 0 0,1 0 0,-1 0 0,1 0 0,0 0 0,2 7 0,-3-13 0,0 1 0,0-1 0,0 1 0,1 0 0,-1-1 0,0 1 0,0-1 0,0 1 0,1-1 0,-1 1 0,0-1 0,0 1 0,1-1 0,-1 0 0,0 1 0,1-1 0,-1 1 0,1-1 0,-1 0 0,0 1 0,1-1 0,-1 0 0,1 1 0,-1-1 0,1 0 0,-1 0 0,1 0 0,0 1 0,-1-1 0,1 0 0,-1 0 0,1 0 0,-1 0 0,2 0 0,-2-1 0,1 1 0,0-1 0,0 0 0,-1 0 0,1 0 0,-1 0 0,1 0 0,0 0 0,-1 0 0,0 0 0,1 0 0,-1 0 0,0 0 0,1 0 0,-1 0 0,0 0 0,0 0 0,0 0 0,0 0 0,0-1 0,0-39 0,-1 0 0,-8-42 0,-1-19 0,10 92 0,-7-99 0,15-206 0,3 253 0,2 0 0,25-67 0,1-4 0,-18 42 0,-4 18 0,31-85 0,-44 150 0,0-1 0,0 0 0,1 1 0,1 0 0,-1 0 0,1 1 0,10-10 0,-13 14 0,-1 0 0,1 1 0,0-1 0,0 1 0,0 0 0,0 0 0,0 0 0,0 0 0,1 0 0,-1 1 0,1-1 0,-1 1 0,1 0 0,-1 0 0,1 1 0,0-1 0,0 1 0,-1-1 0,1 1 0,0 1 0,6 0 0,-7 0 0,0 0 0,0 1 0,-1-1 0,1 1 0,0 0 0,-1 0 0,1 0 0,-1 0 0,0 1 0,1-1 0,-1 0 0,0 1 0,0 0 0,-1-1 0,2 4 0,24 51 0,-19-39 0,18 49 0,-3 0 0,-3 2 0,-2 0 0,-4 1 0,-3 1 0,-3 0 0,-1 116 0,-6-99 0,19 131 0,-19-215 0,-1 0 0,1 1 0,1-1 0,-1 0 0,0 0 0,4 5 0,-5-8 0,0-1 0,0 0 0,0 0 0,0 0 0,0 0 0,0 1 0,1-1 0,-1 0 0,0 0 0,0 0 0,0 0 0,0 1 0,0-1 0,0 0 0,1 0 0,-1 0 0,0 0 0,0 0 0,0 0 0,0 0 0,0 0 0,1 0 0,-1 1 0,0-1 0,0 0 0,0 0 0,1 0 0,-1 0 0,0 0 0,0 0 0,0 0 0,0 0 0,1 0 0,-1 0 0,0 0 0,0 0 0,0 0 0,1-1 0,-1 1 0,0 0 0,0 0 0,0 0 0,0 0 0,0 0 0,1 0 0,-1 0 0,0-1 0,6-19 0,-1-35 0,-2-1 0,-3 0 0,-2 0 0,-11-64 0,-56-219 0,49 254 0,1-26 0,-4-18 0,22 126 0,0 0 0,0-1 0,0 1 0,0 0 0,-1 0 0,1 1 0,-1-1 0,1 0 0,-1 0 0,0 1 0,-4-4 0,6 5 0,0 1 0,-1 0 0,1 0 0,0 0 0,-1-1 0,1 1 0,0 0 0,-1 0 0,1 0 0,0 0 0,-1 0 0,1 0 0,0-1 0,-1 1 0,1 0 0,-1 0 0,1 0 0,0 0 0,-1 0 0,1 1 0,-1-1 0,1 0 0,0 0 0,-1 0 0,1 0 0,0 0 0,-1 0 0,1 1 0,0-1 0,-1 0 0,1 0 0,0 0 0,-1 1 0,0 1 0,0-1 0,0 1 0,0 0 0,0-1 0,0 1 0,0 0 0,1 0 0,-1 0 0,1 0 0,-1 0 0,0 2 0,-4 36 0,2 1 0,3 80 0,1-55 0,1 898 0,-2-950 0,0-6 0,1 0 0,-2 0 0,1 0 0,-1 0 0,-4 15 0,5-23 0,0 0 0,0 1 0,0-1 0,0 1 0,0-1 0,-1 0 0,1 1 0,0-1 0,0 1 0,0-1 0,-1 0 0,1 1 0,0-1 0,0 0 0,-1 0 0,1 1 0,0-1 0,-1 0 0,1 0 0,0 1 0,-1-1 0,1 0 0,0 0 0,-1 0 0,1 1 0,0-1 0,-1 0 0,1 0 0,-1 0 0,1 0 0,0 0 0,-1 0 0,1 0 0,-1 0 0,1 0 0,-1 0 0,-14-12 0,-7-24 0,-11-39 0,3-2 0,4 0 0,3-2 0,-14-93 0,-15-135 0,42 212 0,0-120 0,10 203 0,-1 1 0,0 0 0,-1 0 0,-1 0 0,1 0 0,-2 1 0,1-1 0,-8-13 0,-1-7 0,11 29 0,0-1 0,0 1 0,0-1 0,1 1 0,-1-1 0,1 0 0,0 1 0,-1-1 0,1 0 0,1 1 0,-1-1 0,0 0 0,1-2 0,-1 5 0,0 0 0,0-1 0,0 1 0,1 0 0,-1 0 0,0 0 0,0 0 0,0-1 0,0 1 0,0 0 0,0 0 0,0 0 0,1 0 0,-1 0 0,0-1 0,0 1 0,0 0 0,0 0 0,1 0 0,-1 0 0,0 0 0,0 0 0,0 0 0,1 0 0,-1 0 0,0 0 0,0 0 0,0 0 0,1 0 0,-1 0 0,0 0 0,0 0 0,0 0 0,0 0 0,1 0 0,-1 0 0,0 0 0,0 0 0,0 0 0,1 0 0,-1 0 0,0 0 0,0 0 0,0 1 0,0-1 0,1 0 0,-1 0 0,0 0 0,13 22 0,-2 6 0,-2 0 0,0 1 0,-2 0 0,-2 0 0,4 42 0,-4 154 0,-6-160 0,1 39 0,-7 266 0,2-293 0,-4-1 0,-34 134 0,42-204 0,-16 43 0,16-45 0,-1-1 0,1 0 0,-1 0 0,0 0 0,0 0 0,0 0 0,0 0 0,-1-1 0,1 1 0,-1-1 0,-5 4 0,8-5 0,-1-1 0,0 1 0,0-1 0,1 0 0,-1 1 0,0-1 0,0 0 0,1 1 0,-1-1 0,0 0 0,0 0 0,0 0 0,1 0 0,-1 0 0,0 0 0,0 0 0,0 0 0,1 0 0,-1 0 0,0-1 0,0 1 0,0 0 0,1 0 0,-1-1 0,0 1 0,0-1 0,0 0 0,-1 0 0,1-1 0,-1 0 0,0 1 0,1-1 0,0 0 0,0 0 0,-1 0 0,1 0 0,-1-4 0,-2-5 0,1 1 0,1 0 0,-2-15 0,-4-75 0,9-164 0,1 214 0,24-256 0,0 26 0,-22-105 0,-4 371 0,-1 0 0,-1 1 0,0-1 0,0 1 0,-8-22 0,10 35 0,0 0 0,0 0 0,0 0 0,0 0 0,0 0 0,0 1 0,0-1 0,0 0 0,0 0 0,0 0 0,0 0 0,0 0 0,0 0 0,-1 0 0,1 0 0,0 0 0,0 0 0,0 0 0,0 0 0,0 0 0,0 0 0,0 0 0,0 0 0,0 0 0,0 0 0,0 0 0,0 0 0,0 0 0,0 0 0,0 0 0,0 0 0,0 0 0,-1 0 0,3 13 0,3 20 0,13 66 0,-5 1 0,1 153 0,2 24 0,17 579 0,-33-848 0,0-1 0,0-1 0,0 1 0,0-1 0,-1 1 0,-3 11 0,4-18 0,0 1 0,0-1 0,0 0 0,0 0 0,0 0 0,-1 1 0,1-1 0,0 0 0,0 0 0,0 1 0,0-1 0,0 0 0,0 0 0,0 0 0,0 0 0,0 1 0,-1-1 0,1 0 0,0 0 0,0 0 0,0 0 0,0 1 0,0-1 0,-1 0 0,1 0 0,0 0 0,0 0 0,0 0 0,-1 0 0,1 0 0,0 0 0,0 0 0,0 0 0,-1 1 0,1-1 0,0 0 0,0 0 0,0 0 0,-1 0 0,1-1 0,-6-8 0,0-18 0,6 26 0,-30-123 0,-63-168 0,20 75 0,20 34 0,-35-228 0,83 381 0,-48-247 0,43 238 0,-2 1 0,-1 1 0,-2 0 0,-2 1 0,-22-36 0,-52-73 0,91 144 0,-1 1 0,1-1 0,0 0 0,0 1 0,-1-1 0,1 1 0,0-1 0,-1 1 0,1-1 0,0 1 0,-1-1 0,1 1 0,-1-1 0,1 1 0,-1-1 0,1 1 0,-1 0 0,1-1 0,-1 1 0,1 0 0,-1 0 0,-1-1 0,-3 12 0,3 34 0,1-31 0,-4 52 0,-4 0 0,-25 101 0,-55 121 0,63-209 0,21-61 0,0 0 0,0 0 0,-3 36 0,8-43 0,0-1 0,1 1 0,0-1 0,0 1 0,1-1 0,0 1 0,1-1 0,6 14 0,2 9 0,-1 1 0,10 64 0,8 27 0,-9-52 0,-20-114 0,-13-68 0,0-113 0,15-114 0,1 138 0,-1-98 0,11 597 0,0-70 0,30 470-546,35-276 546,-35-225 0,-26-137 273,30 78 0,-73-227-381,3-1 1,-12-90-1,-26-101-328,-8 57 257,-50-185 206,59 103-27,52 233 0,4 0 0,4-95 0,3 153 142,-2 17 171,1 24 143,5 101-456,46 255 0,-26-219-107,-7 0-1,-8 1 0,-6 0 1,-24 223-1,7-294 131,-4 0-1,-4-2 0,-64 180 1,81-265 50,-13 29 179,15-36-245,0 0 0,0 0 0,0 0 1,0-1-1,0 1 0,0 0 1,-1-1-1,1 1 0,0-1 0,-1 0 1,0 1-1,1-1 0,-1 0 0,0 0 1,1 0-1,-3 1 0,3-2-7,-1-1 0,1 1 0,0 0 0,0 0 0,0-1 0,-1 1 0,1-1 0,0 1 0,0-1 0,0 1 0,0-1 0,0 0 0,0 1 0,0-1 0,0 0 0,0 0 0,0 0 0,0 0 0,0 0 0,1 0 0,-1 0 0,0 0 0,1 0 0,-2-2 0,-15-32 0,15 31 0,-15-41 0,3-2 0,-13-66 0,11 41 0,-125-643-782,120 592 734,-33-298 48,-4-17 0,34 276 0,57 256 830,25 108-1142,-9 3-1,-9 1 0,14 219 0,-37 171 156,-17-345 115,7-146 437,27 153 0,-30-236-323,-1-5 204,-2-17-271,-1 0 0,0 0 0,0 0 0,0 0 0,0 0 0,0 0 0,0 0 6,0 0-6,0 0 0,0 0 0,0 0 0,0 0 0,0 0 0,0 0 0,0 0 0,0 0 0,1 0 72,-1 0-72,-2-29 134,-56-311-761,-26 3-543,52 213 809,-307-1156-619,216 767 978,121 504 51,-9-36 852,10 42-752,1 1-1,-1-1 0,0 1 0,0-1 1,0 1-1,-1 0 0,1-1 0,0 1 1,-1 0-1,0 0 0,1 0 0,-5-4 1,6 6-150,0 0-1,0 0 1,-1 0 0,1 0 0,0 0 0,0 0 0,0 0 0,0 0 0,-1 0 0,1 0 0,0 0 0,0 0-1,0 0 1,-1 1 0,1-1 0,0 0 0,0 0 0,0 0 0,0 0 0,-1 0 0,1 0 0,0 0 0,0 1-1,0-1 1,0 0 0,0 0 0,0 0 0,-1 0 0,1 0 0,0 1 0,0-1 0,0 0 0,0 0 0,0 0-1,0 0 1,0 1 0,0-1 0,0 0 0,0 0 0,0 0 0,0 1 0,0-1 0,0 0 0,0 0 0,0 0-1,0 1 1,0-1 0,0 0 0,0 0 0,0 0 0,0 1 0,2 13-45,52 185 41,76 399-469,-42-22 375,-30-211 94,-55-342 88,-3-23-85,0 0 0,0 0 1,0-1-1,0 1 0,0 0 0,0 0 0,0 0 0,0 0 1,0 0-1,0 0 0,0 0 0,0 0 0,0 0 1,0 0-1,0 0 0,0-1 0,-1 1 0,1 0 0,0 0 1,0 0-1,0 0 0,0 0 0,0 0 0,0 0 0,0 0 1,0 0-1,0 0 0,0 0 0,0 0 0,-1 0 0,1 0 1,0 0-1,0 0 0,0 0 0,0 0 0,0 0 1,0 0-1,0 0 0,0 0 0,0 0 0,-1 0 0,1 0 1,0 0-1,0 0 0,0 0 0,0 0 0,0 0 0,0 0 1,0 0-1,0 1 0,0-1 0,0 0 0,0 0 0,-1 0 1,1 0-1,0 0 0,0 0 0,0 0 0,0 0 1,0 0-1,-17-39 278,-67-269-249,34 106-219,28 125-172,-179-709-56,193 741 802,-4-85 0,14 112-232,-2 18-154,0 0 0,0 0 0,0 0 0,1 0 0,-1 0 0,0 0 0,0 0-1,0 0 1,1-1 0,-1 1 0,0 0 0,0 0 0,0 0 0,0 0 0,1 0 0,-1 0 0,0 0-1,0 1 1,0-1 0,1 0 0,-1 0 0,0 0 0,0 0 0,0 0 0,0 0 0,1 0 0,-1 0-1,0 0 1,0 0 0,0 1 0,0-1 0,0 0 0,1 0 0,-1 0 0,0 0 0,0 0 0,0 1-1,0-1 1,0 0 0,0 0 0,0 0 0,0 1 0,15 29-40,3 26 39,-2 1 0,11 86 0,-11-53 0,13 105 0,5 241 0,-32-236 0,1 8 0,-2-196 0,1-1 0,0 1 0,1-1 0,4 14 0,-1-9 0,-37-71 0,8-12 0,3-2 0,-14-93 0,6 29 0,-154-586 0,158 647 0,16 53 0,1-1 0,1-1 0,-5-30 0,11 50 0,0 0 0,0 0 0,-1-1 0,1 1 0,0 0 0,0-1 0,0 1 0,0 0 0,1 0 0,-1-1 0,0 1 0,0 0 0,1 0 0,-1-1 0,1 1 0,-1 0 0,1 0 0,-1 0 0,1 0 0,0-1 0,0 1 0,-1 0 0,1 0 0,0 1 0,0-1 0,0 0 0,2-1 0,-2 2 0,0 0 0,1-1 0,-1 1 0,1 0 0,-1 0 0,1 0 0,-1 1 0,0-1 0,1 0 0,-1 0 0,1 1 0,-1-1 0,0 1 0,1-1 0,-1 1 0,0 0 0,0-1 0,1 1 0,-1 0 0,0 0 0,0 0 0,0 0 0,0 0 0,2 2 0,5 8 0,0 1 0,0 0 0,-2 0 0,1 0 0,-1 1 0,-1 0 0,0 0 0,3 18 0,0-6 0,12 46 0,-2 1 0,-4 1 0,9 143 0,-22 229 0,-5-222 0,4 9 0,-4-288 0,-1 1 0,-26-105 0,16 91 0,-7-80 0,16-239 0,7 240 0,-1 143 0,1 0 0,-1 0 0,1-1 0,-1 1 0,4-8 0,-4 13 0,0-1 0,0 1 0,0-1 0,1 1 0,-1 0 0,0-1 0,0 1 0,1-1 0,-1 1 0,0-1 0,1 1 0,-1 0 0,0-1 0,1 1 0,-1 0 0,0-1 0,1 1 0,-1 0 0,1 0 0,-1-1 0,1 1 0,-1 0 0,1 0 0,-1 0 0,1 0 0,0 0 0,0 0 0,0 0 0,0 1 0,0-1 0,0 1 0,0-1 0,0 1 0,0-1 0,0 1 0,0 0 0,0 0 0,0-1 0,0 1 0,0 0 0,-1 0 0,1 0 0,1 2 0,4 6 0,-1 0 0,0 0 0,0 1 0,-1 0 0,0 0 0,-1 0 0,0 0 0,0 0 0,1 15 0,0 16 0,0 43 0,-4-60 0,0 381 0,-1-230 0,-3-231 0,-2 1 0,-3 1 0,-22-81 0,7 35 0,-28-124 0,-30-146 0,78 352 0,1 4 0,1 1 0,0-1 0,1 0 0,1-14 0,0 28 0,0-1 0,0 1 0,0 0 0,0 0 0,-1 0 0,1 0 0,0 0 0,0 0 0,0-1 0,0 1 0,0 0 0,0 0 0,0 0 0,0 0 0,0 0 0,0-1 0,0 1 0,0 0 0,0 0 0,1 0 0,-1 0 0,0 0 0,0 0 0,0-1 0,0 1 0,0 0 0,0 0 0,0 0 0,0 0 0,0 0 0,0 0 0,0 0 0,1 0 0,-1 0 0,0-1 0,0 1 0,0 0 0,0 0 0,0 0 0,0 0 0,0 0 0,1 0 0,-1 0 0,0 0 0,0 0 0,0 0 0,0 0 0,0 0 0,1 0 0,-1 0 0,0 0 0,0 0 0,0 0 0,7 8 0,4 14 0,-3 0 0,-1 0 0,-1 0 0,-1 0 0,-1 0 0,2 36 0,-4 119 0,-3-108 0,2 32 0,0-16 0,-10 90 0,1-128 0,-25 78 0,30-116 0,3-7 0,-1 1 0,1-1 0,-1 0 0,0 0 0,0 0 0,0 0 0,0 0 0,0 0 0,0 0 0,0 0 0,-1 0 0,-1 2 0,2-4 0,1 0 0,0 0 0,0 0 0,-1 0 0,1 0 0,0 0 0,0 0 0,-1 1 0,1-1 0,0-1 0,0 1 0,-1 0 0,1 0 0,0 0 0,0 0 0,-1 0 0,1 0 0,0 0 0,0 0 0,-1 0 0,1 0 0,0 0 0,0-1 0,0 1 0,-1 0 0,1 0 0,0 0 0,0 0 0,0-1 0,-1 1 0,1 0 0,0 0 0,0-1 0,-7-17 0,-44-164 0,38 125 0,4 1 0,1-2 0,1-69 0,10 24 0,-5-169 0,2 267 0,0-1 0,-1 1 0,1 0 0,-1-1 0,-1 1 0,1 0 0,-1 0 0,0-1 0,0 1 0,-3-4 0,3 9 0,2 9 0,4 10 0,12 41 0,3-1 0,3-1 0,46 89 0,-59-129 0,0 1 0,-1 0 0,-1 0 0,-1 1 0,-1-1 0,0 1 0,-2 0 0,2 22 0,-3 22 0,-5 77 0,1-110 0,3-78 0,-2-1 0,-3 0 0,-1 1 0,-2 0 0,-3 1 0,-1-1 0,-22-54 0,22 67 0,3-1 0,0 0 0,-3-46 0,2 15 0,-13-31 0,15 73 0,0 0 0,3 0 0,-5-44 0,11-192 0,-2 323 0,2 0 0,13 73 0,-6-63 0,-4 0 0,-5 122 0,-3-69 0,2-104 0,-2 0 0,0-1 0,-7 24 0,-1 9 0,1-4 0,3-16 0,-3 56 0,8-41 0,3-1 0,1 1 0,13 69 0,-12-99 0,3 17 0,-4-31 0,-1-18 0,-3-99 0,4-86 0,11 97 0,-6 65 0,1-61 0,-9-531 0,0 609 0,-1 0 0,-1 0 0,-7-24 0,-2-9 0,14 79 0,-3 40 0,0-9 0,1 547 0,1-579 0,2 0 0,7 35 0,-4-33 0,3 49 0,-9 86 0,-4-145 0,4-18 0,0 0 0,0 0 0,-1 0 0,1 0 0,0 1 0,0-1 0,0 0 0,-1 0 0,1 0 0,0 0 0,0 0 0,0 0 0,-1 0 0,1 0 0,0 0 0,0 0 0,0 0 0,-1 0 0,1 0 0,0 0 0,0 0 0,-1 0 0,1 0 0,0 0 0,0 0 0,0 0 0,-1 0 0,1-1 0,0 1 0,0 0 0,0 0 0,0 0 0,-1 0 0,1 0 0,0-1 0,0 1 0,0 0 0,0 0 0,-1 0 0,-16-30 0,3-15 0,-15-85 0,11 42 0,5 36 0,-6-22 0,3-1 0,4 0 0,-5-95 0,19-394 0,-2 558 0,0 2 0,0 1 0,-1 0 0,1-1 0,1 1 0,-1-1 0,0 1 0,1-1 0,0 1 0,0 0 0,0 0 0,0-1 0,0 1 0,1 0 0,1-3 0,-3 6 0,1 0 0,-1 0 0,0 0 0,1 0 0,-1 0 0,0 0 0,1 0 0,-1 0 0,0 0 0,1 0 0,-1 0 0,0 0 0,1 0 0,-1 0 0,0 0 0,1 0 0,-1 1 0,0-1 0,1 0 0,-1 0 0,0 0 0,0 0 0,1 1 0,-1-1 0,0 0 0,0 0 0,1 1 0,-1-1 0,0 0 0,0 1 0,0-1 0,0 0 0,1 0 0,-1 1 0,0-1 0,0 0 0,0 1 0,0-1 0,0 0 0,0 1 0,0-1 0,0 0 0,0 1 0,0-1 0,0 0 0,0 1 0,0-1 0,4 20 0,23 114 0,-18-99 0,-1 1 0,-2 0 0,2 57 0,-10 35 0,3 126 0,12-188 0,-9-49 0,0 0 0,1 21 0,-3-13 0,1-1 0,1 1 0,1 0 0,1-1 0,13 33 0,-14-39 0,0 1 0,0 0 0,-2 0 0,2 32 0,-4-30 0,1-1 0,1 0 0,1 1 0,7 19 0,-5-25 0,-4-11 0,0 0 0,-1 0 0,1 0 0,-1 0 0,0 0 0,0 0 0,-1 0 0,1 7 0,-25-67 0,-67-260 0,84 276 0,2 0 0,2-1 0,1 1 0,8-81 0,-2 98 0,0 0 0,1 1 0,9-23 0,-7 26 0,-1 0 0,-1 0 0,-1-1 0,2-35 0,-5 45 0,-1 1 0,-1-1 0,0 1 0,0-1 0,-1 1 0,0 0 0,0 0 0,-1 0 0,-1 0 0,1 0 0,-7-9 0,4 3 0,1-1 0,0 1 0,1-1 0,1 0 0,0 0 0,1 0 0,1 0 0,0-24 0,4 574 0,-3-533 0,0 1 0,0-1 0,0 0 0,0 1 0,0-1 0,0 1 0,0-1 0,-1 1 0,1-1 0,0 0 0,-1 1 0,1-1 0,-1 0 0,0 1 0,-1 1 0,2-3 0,-1 0 0,1 0 0,0 0 0,-1 1 0,1-1 0,-1 0 0,1 0 0,-1 0 0,1-1 0,-1 1 0,1 0 0,0 0 0,-1 0 0,1 0 0,-1 0 0,1 0 0,-1-1 0,1 1 0,0 0 0,-1 0 0,1-1 0,0 1 0,-1 0 0,1 0 0,0-1 0,-1 1 0,1 0 0,0-1 0,-1 1 0,1-1 0,-4-4 0,1 0 0,0 0 0,-1 0 0,2 0 0,-5-12 0,0-12 0,2-1 0,1-1 0,1 1 0,2-1 0,5-57 0,-2 8 0,-2-112 0,-1 334 0,3 167 0,3-266 0,2 0 0,2 0 0,17 51 0,-5-19 0,-16-54 0,2 41 0,-6-47 0,0 0 0,1 0 0,1 0 0,9 26 0,-8-36 0,-2-12 0,0-11 0,-6-14 0,-1 0 0,-1 0 0,-17-47 0,10 33 0,1 6 0,1 4 0,1-1 0,1-1 0,2 0 0,-3-73 0,13-56 0,0 235 0,21 116 0,-12-113 0,4 100 0,-17-93 0,2 42 0,6-94 0,-7-26 0,0 0 0,0 0 0,0 0 0,0 0 0,0 0 0,0 0 0,0 0 0,0 0 0,0 0 0,0 0 0,1 0 0,-1 0 0,0 0 0,0 0 0,0-1 0,0 1 0,0 0 0,0 0 0,0 0 0,0 0 0,0 0 0,0 0 0,0 0 0,0 0 0,0 0 0,0 0 0,0 0 0,0 0 0,1 0 0,-1 0 0,0 0 0,0 0 0,0 0 0,0 0 0,0 0 0,0 0 0,0 0 0,0 0 0,0 0 0,0 0 0,0 0 0,0 0 0,0 0 0,0 1 0,0-1 0,1 0 0,-1 0 0,0 0 0,0 0 0,0 0 0,0 0 0,0 0 0,0 0 0,0 0 0,0 0 0,0 0 0,0 0 0,0 0 0,0 0 0,0 0 0,0 0 0,0 1 0,-2-17 0,-10-29 0,-32-79 0,37 106 0,-21-48 0,15 37 0,1 0 0,2-1 0,-11-46 0,-3-23 0,15 71 0,2 0 0,2 0 0,-4-37 0,10-76 0,1 173 0,1-1 0,2 0 0,1 0 0,2 0 0,23 58 0,12 43 0,-5-14 0,-24-76 0,-2 1 0,-2 0 0,4 47 0,-10-43 0,-4 84 0,1 18 0,3-127 0,0 0 0,1 0 0,13 33 0,4 17 0,-19-61 0,1 0 0,1 0 0,9 18 0,-9-21 0,0 1 0,-1 0 0,-1-1 0,1 1 0,-1 1 0,2 12 0,-3-10 0,0 0 0,1 0 0,1 0 0,0-1 0,0 0 0,11 20 0,-11-24 0,-1-1 0,0 0 0,-1 1 0,0 0 0,0-1 0,0 1 0,-1 0 0,0 0 0,0 9 0,-3-12 0,-3-11 0,-2-11 0,-3-33 0,7 29 0,-2 1 0,-12-37 0,10 38 0,1 0 0,0-1 0,2 1 0,0-1 0,0-22 0,3-105 0,0-6 0,-2 130 0,-1 0 0,-15-42 0,11 39 0,-7-42 0,9-6 0,6 60 0,0 0 0,-1 0 0,-1 0 0,0 0 0,-1 0 0,-1 1 0,0-1 0,-1 1 0,-13-27 0,7 22 0,9 15 0,0 0 0,0-1 0,-1 1 0,1 0 0,-1 1 0,-6-7 0,9 10 0,-1 0 0,1 0 0,-1 0 0,1 1 0,-1-1 0,1 0 0,0 0 0,-1 1 0,1-1 0,-1 0 0,1 1 0,0-1 0,-1 0 0,1 1 0,0-1 0,0 0 0,-1 1 0,1-1 0,0 1 0,0-1 0,-1 1 0,1-1 0,0 0 0,0 1 0,0-1 0,0 1 0,0-1 0,0 1 0,0-1 0,0 1 0,0-1 0,0 1 0,0-1 0,0 1 0,0-1 0,0 1 0,-2 23 0,2 418 0,2-185 0,-2-248 0,0 1 0,-1 0 0,-1-1 0,-3 17 0,5-25 0,-1 1 0,1 0 0,-1-1 0,1 1 0,-1 0 0,1-1 0,-1 1 0,0-1 0,0 1 0,0-1 0,0 1 0,0-1 0,0 0 0,0 1 0,0-1 0,0 0 0,-1 0 0,1 0 0,-1 0 0,1 0 0,-1 0 0,1 0 0,-1 0 0,1-1 0,-1 1 0,0-1 0,1 1 0,-1-1 0,0 0 0,1 1 0,-1-1 0,0 0 0,-3 0 0,3-1 0,1 0 0,-1 0 0,0 0 0,0 0 0,1 0 0,-1 0 0,1-1 0,-1 1 0,1-1 0,-1 1 0,1-1 0,0 1 0,0-1 0,0 0 0,0 1 0,0-1 0,0 0 0,0 0 0,1 0 0,-1-2 0,-13-47 0,11 38 0,-5-38 0,2 0 0,2 0 0,3 0 0,4-53 0,0-5 0,-3-355-1365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09T06:41:51.0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1 185 24575,'3'0'0,"0"1"0,0-1 0,0 1 0,-1 0 0,1 0 0,0 0 0,0 0 0,-1 1 0,1-1 0,0 1 0,-1-1 0,0 1 0,1 0 0,-1 0 0,0 0 0,0 1 0,0-1 0,0 0 0,0 1 0,-1-1 0,3 5 0,0 1 0,0 0 0,0 1 0,0-1 0,-1 1 0,3 15 0,4 31 0,3-1 0,36 98 0,-15-60 0,-21-52 0,23 46 0,-36-86 0,0 0 0,0 0 0,0 0 0,0 0 0,1 0 0,-1 0 0,0 0 0,0 0 0,0 0 0,0 0 0,0 0 0,0 0 0,0 0 0,0 0 0,0 0 0,0-1 0,0 1 0,0 0 0,0 0 0,0 0 0,0 0 0,0 0 0,1 0 0,-1 0 0,0 0 0,0 0 0,0 0 0,0 0 0,0 0 0,0 0 0,0 0 0,0 0 0,0 0 0,0 0 0,0 0 0,0 0 0,-2-16 0,-6-25 0,-40-127 0,26 99 0,3-2 0,-13-100 0,28 138 0,-2-1 0,-1 1 0,-19-52 0,19 59 0,7 25 0,-1 1 0,1-1 0,0 1 0,0-1 0,-1 0 0,1 1 0,0-1 0,0 1 0,0-1 0,0 0 0,0 1 0,0-1 0,0 0 0,0 1 0,0-1 0,0 0 0,0 1 0,0-1 0,1 0 0,-1 1 0,0-1 0,0 1 0,1-1 0,-1 0 0,0 1 0,1-1 0,-1 1 0,0-1 0,1 1 0,-1-1 0,1 1 0,-1 0 0,2-1 0,-1 1-39,-1 1-1,1-1 0,0 1 0,0 0 1,-1-1-1,1 1 0,0 0 1,-1 0-1,1-1 0,0 1 1,-1 0-1,1 0 0,-1 0 1,0 0-1,1 0 0,-1 0 1,0 0-1,1 0 0,-1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70290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69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52944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38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17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780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91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08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21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773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BD6B466E-9B1D-4913-AC31-08EC79F4BC53}" type="datetimeFigureOut">
              <a:rPr lang="en-IN" smtClean="0"/>
              <a:t>09-07-2023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B207675-BEC7-485C-8FC5-36A7D831FC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430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adalo.com/apps/12107958-f30f-45a5-a5e4-c561b251f11b/screens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adalo.com/component-basics/marketplace-components/how-to-insert-bar-charts-and-line-graphs" TargetMode="External"/><Relationship Id="rId2" Type="http://schemas.openxmlformats.org/officeDocument/2006/relationships/hyperlink" Target="https://www.adalo.com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9B1F0D-ACA1-BA86-E55D-024DCAD5E71A}"/>
              </a:ext>
            </a:extLst>
          </p:cNvPr>
          <p:cNvSpPr txBox="1"/>
          <p:nvPr/>
        </p:nvSpPr>
        <p:spPr>
          <a:xfrm>
            <a:off x="2871019" y="2943913"/>
            <a:ext cx="713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(Reading HDFCBANK CSV File Data and Plotting a Graph in Adalo)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DF9A95-9859-6DF6-5E31-FC2271B6339B}"/>
              </a:ext>
            </a:extLst>
          </p:cNvPr>
          <p:cNvSpPr txBox="1"/>
          <p:nvPr/>
        </p:nvSpPr>
        <p:spPr>
          <a:xfrm>
            <a:off x="1582994" y="1742456"/>
            <a:ext cx="95766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effectLst/>
                <a:latin typeface="Arial" panose="020B0604020202020204" pitchFamily="34" charset="0"/>
              </a:rPr>
              <a:t>Real-Time Stock Market Data Web Application</a:t>
            </a:r>
            <a:endParaRPr lang="en-IN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44C92-4316-ACC9-0EE2-878594587C2E}"/>
              </a:ext>
            </a:extLst>
          </p:cNvPr>
          <p:cNvSpPr txBox="1"/>
          <p:nvPr/>
        </p:nvSpPr>
        <p:spPr>
          <a:xfrm>
            <a:off x="6440129" y="4237703"/>
            <a:ext cx="522092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Name Sahil</a:t>
            </a:r>
          </a:p>
          <a:p>
            <a:endParaRPr lang="en-US" sz="2000" dirty="0"/>
          </a:p>
          <a:p>
            <a:r>
              <a:rPr lang="en-US" sz="2000" dirty="0"/>
              <a:t>16 May 2023 Batch </a:t>
            </a:r>
          </a:p>
          <a:p>
            <a:endParaRPr lang="en-US" sz="2000" dirty="0"/>
          </a:p>
          <a:p>
            <a:r>
              <a:rPr lang="en-US" sz="2000" dirty="0"/>
              <a:t>Web Developer Group</a:t>
            </a:r>
          </a:p>
          <a:p>
            <a:endParaRPr lang="en-US" sz="2000" dirty="0"/>
          </a:p>
          <a:p>
            <a:r>
              <a:rPr lang="en-US" sz="2000" dirty="0"/>
              <a:t>Indian Institute of Technology (Ropar)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23505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EA294-9DB5-A770-EF46-F50ECE14B6EA}"/>
              </a:ext>
            </a:extLst>
          </p:cNvPr>
          <p:cNvSpPr txBox="1"/>
          <p:nvPr/>
        </p:nvSpPr>
        <p:spPr>
          <a:xfrm>
            <a:off x="5599710" y="511279"/>
            <a:ext cx="992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Index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EF74CB-8542-C069-0AEF-C803388A64A4}"/>
              </a:ext>
            </a:extLst>
          </p:cNvPr>
          <p:cNvSpPr txBox="1"/>
          <p:nvPr/>
        </p:nvSpPr>
        <p:spPr>
          <a:xfrm>
            <a:off x="2340078" y="1720840"/>
            <a:ext cx="29595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Instructions</a:t>
            </a:r>
          </a:p>
          <a:p>
            <a:endParaRPr lang="en-US" dirty="0"/>
          </a:p>
          <a:p>
            <a:r>
              <a:rPr lang="en-US" dirty="0"/>
              <a:t>Introduction</a:t>
            </a:r>
          </a:p>
          <a:p>
            <a:endParaRPr lang="en-US" dirty="0"/>
          </a:p>
          <a:p>
            <a:r>
              <a:rPr lang="en-US" dirty="0"/>
              <a:t>Tools and Technology</a:t>
            </a:r>
          </a:p>
          <a:p>
            <a:endParaRPr lang="en-US" dirty="0"/>
          </a:p>
          <a:p>
            <a:r>
              <a:rPr lang="en-US" dirty="0"/>
              <a:t>Demo</a:t>
            </a:r>
          </a:p>
          <a:p>
            <a:endParaRPr lang="en-US" dirty="0"/>
          </a:p>
          <a:p>
            <a:r>
              <a:rPr lang="en-US" dirty="0"/>
              <a:t>References</a:t>
            </a:r>
          </a:p>
          <a:p>
            <a:endParaRPr lang="en-US" dirty="0"/>
          </a:p>
          <a:p>
            <a:r>
              <a:rPr lang="en-US" dirty="0"/>
              <a:t>The 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92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B4E7EE-5EF2-9D2F-013C-0B38FF19AFD7}"/>
              </a:ext>
            </a:extLst>
          </p:cNvPr>
          <p:cNvSpPr txBox="1"/>
          <p:nvPr/>
        </p:nvSpPr>
        <p:spPr>
          <a:xfrm>
            <a:off x="4286864" y="326612"/>
            <a:ext cx="36182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Task Instructions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64E43-264F-3C1C-4938-42ABE077334D}"/>
              </a:ext>
            </a:extLst>
          </p:cNvPr>
          <p:cNvSpPr txBox="1"/>
          <p:nvPr/>
        </p:nvSpPr>
        <p:spPr>
          <a:xfrm>
            <a:off x="1563329" y="15731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677F7-A55B-C403-7757-A27DE0D93974}"/>
              </a:ext>
            </a:extLst>
          </p:cNvPr>
          <p:cNvSpPr txBox="1"/>
          <p:nvPr/>
        </p:nvSpPr>
        <p:spPr>
          <a:xfrm>
            <a:off x="1655694" y="2021151"/>
            <a:ext cx="93427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Download the HDFC Bank Data (CSV File).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 an Adalo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Create a Webpage showing low and high prices using the chart.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Apply filters and sorting to the chart.</a:t>
            </a:r>
          </a:p>
        </p:txBody>
      </p:sp>
    </p:spTree>
    <p:extLst>
      <p:ext uri="{BB962C8B-B14F-4D97-AF65-F5344CB8AC3E}">
        <p14:creationId xmlns:p14="http://schemas.microsoft.com/office/powerpoint/2010/main" val="375512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7F0F2-AE48-5D7B-882E-6BD147B3954C}"/>
              </a:ext>
            </a:extLst>
          </p:cNvPr>
          <p:cNvSpPr txBox="1"/>
          <p:nvPr/>
        </p:nvSpPr>
        <p:spPr>
          <a:xfrm>
            <a:off x="4814239" y="403122"/>
            <a:ext cx="2563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Introduction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DA678-02F5-495B-B052-CC3930E0ACD7}"/>
              </a:ext>
            </a:extLst>
          </p:cNvPr>
          <p:cNvSpPr txBox="1"/>
          <p:nvPr/>
        </p:nvSpPr>
        <p:spPr>
          <a:xfrm>
            <a:off x="1435509" y="2084439"/>
            <a:ext cx="9950246" cy="419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Real-Time Stock Market data web application is a web-based app to provides the user with information about the stocks of the company in easy to understand way.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In this web application users can analyze the data through graph visualization.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On this platform, users can get information about the lowest and highest price of stocks.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Open and close the price of stocks.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Dividend amount and volume.</a:t>
            </a:r>
          </a:p>
        </p:txBody>
      </p:sp>
    </p:spTree>
    <p:extLst>
      <p:ext uri="{BB962C8B-B14F-4D97-AF65-F5344CB8AC3E}">
        <p14:creationId xmlns:p14="http://schemas.microsoft.com/office/powerpoint/2010/main" val="124158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B7757B-D918-68CD-3C59-2A204DCA5E95}"/>
              </a:ext>
            </a:extLst>
          </p:cNvPr>
          <p:cNvSpPr txBox="1"/>
          <p:nvPr/>
        </p:nvSpPr>
        <p:spPr>
          <a:xfrm>
            <a:off x="3958235" y="452284"/>
            <a:ext cx="4275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Tools and Technology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CC29DB-B468-CB19-701D-5469D8CF117F}"/>
              </a:ext>
            </a:extLst>
          </p:cNvPr>
          <p:cNvSpPr txBox="1"/>
          <p:nvPr/>
        </p:nvSpPr>
        <p:spPr>
          <a:xfrm>
            <a:off x="1538747" y="1691148"/>
            <a:ext cx="91145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Adalo 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Adalo is a no-code platform to create apps and websites in an easy way.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Adalo provides a virtual environment to drag and drop components to create the website.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Adalo provides many types of components like forms, buttons, icons, charts, and many more.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Adalo also integrates with third-party APIs to create functionality like authentication, and data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Adalo also provides a real-time preview of the website.</a:t>
            </a:r>
          </a:p>
        </p:txBody>
      </p:sp>
    </p:spTree>
    <p:extLst>
      <p:ext uri="{BB962C8B-B14F-4D97-AF65-F5344CB8AC3E}">
        <p14:creationId xmlns:p14="http://schemas.microsoft.com/office/powerpoint/2010/main" val="169351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36E975-74F5-8438-3E3C-B646CB529482}"/>
              </a:ext>
            </a:extLst>
          </p:cNvPr>
          <p:cNvSpPr txBox="1"/>
          <p:nvPr/>
        </p:nvSpPr>
        <p:spPr>
          <a:xfrm>
            <a:off x="1917290" y="11995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ECC4B-0682-C56B-F909-3927B9ECA78E}"/>
              </a:ext>
            </a:extLst>
          </p:cNvPr>
          <p:cNvSpPr txBox="1"/>
          <p:nvPr/>
        </p:nvSpPr>
        <p:spPr>
          <a:xfrm>
            <a:off x="1573161" y="796413"/>
            <a:ext cx="9242323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Line Chart </a:t>
            </a:r>
            <a:endParaRPr lang="en-IN" sz="2000" dirty="0"/>
          </a:p>
          <a:p>
            <a:endParaRPr lang="en-IN" dirty="0"/>
          </a:p>
          <a:p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The line chart is a type of data visualization that shows information by connecting a straight line.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Generally line chart is used to show trends and relations between 2 variables over a continuous time period.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sz="2000" dirty="0"/>
              <a:t>Why line chart?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By using the line chart, we can analyze the data trends, fluctuations, and patterns of prices of stocks of the company.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311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3F6A62E-D63A-0A02-333D-5A72F6D0A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8E5D8F-FAB9-48D3-344E-FD15E43C8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110" y="727341"/>
            <a:ext cx="8662220" cy="52602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73C5F45-DF61-CB16-7801-3C6715447B82}"/>
                  </a:ext>
                </a:extLst>
              </p14:cNvPr>
              <p14:cNvContentPartPr/>
              <p14:nvPr/>
            </p14:nvContentPartPr>
            <p14:xfrm>
              <a:off x="9408937" y="2750381"/>
              <a:ext cx="1033920" cy="9874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73C5F45-DF61-CB16-7801-3C6715447B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46297" y="2687741"/>
                <a:ext cx="1159560" cy="11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715E031-82FE-88B1-485B-B470B167FFAF}"/>
                  </a:ext>
                </a:extLst>
              </p14:cNvPr>
              <p14:cNvContentPartPr/>
              <p14:nvPr/>
            </p14:nvContentPartPr>
            <p14:xfrm>
              <a:off x="10441417" y="2814461"/>
              <a:ext cx="86040" cy="277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715E031-82FE-88B1-485B-B470B167FF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78777" y="2751821"/>
                <a:ext cx="211680" cy="40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9705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B935D8-4C50-8FF5-0D74-26D59CDDB843}"/>
              </a:ext>
            </a:extLst>
          </p:cNvPr>
          <p:cNvSpPr txBox="1"/>
          <p:nvPr/>
        </p:nvSpPr>
        <p:spPr>
          <a:xfrm>
            <a:off x="5456241" y="629264"/>
            <a:ext cx="1279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147D4-ACF3-B6CC-323C-67A08C105748}"/>
              </a:ext>
            </a:extLst>
          </p:cNvPr>
          <p:cNvSpPr txBox="1"/>
          <p:nvPr/>
        </p:nvSpPr>
        <p:spPr>
          <a:xfrm>
            <a:off x="3047999" y="21152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https://app.adalo.com/apps/12107958-f30f-45a5-a5e4-c561b251f11b/screens</a:t>
            </a: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930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E22C8C-8BB0-12F2-EE79-0D2060901D9C}"/>
              </a:ext>
            </a:extLst>
          </p:cNvPr>
          <p:cNvSpPr txBox="1"/>
          <p:nvPr/>
        </p:nvSpPr>
        <p:spPr>
          <a:xfrm>
            <a:off x="4973737" y="363793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367C1-DEA4-644E-8E22-D76C3D0F6C7E}"/>
              </a:ext>
            </a:extLst>
          </p:cNvPr>
          <p:cNvSpPr txBox="1"/>
          <p:nvPr/>
        </p:nvSpPr>
        <p:spPr>
          <a:xfrm>
            <a:off x="2010695" y="2551837"/>
            <a:ext cx="81706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https://www.adalo.com/</a:t>
            </a:r>
            <a:r>
              <a:rPr lang="en-IN" dirty="0"/>
              <a:t>  (Adalo)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https://help.adalo.com/component-basics/marketplace-components/how-to-insert-bar-charts-and-line-graphs</a:t>
            </a:r>
            <a:r>
              <a:rPr lang="en-IN" dirty="0"/>
              <a:t>  (Adalo chart)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85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CA750D-9C9C-0539-9BB8-E2210C8CBB43}"/>
              </a:ext>
            </a:extLst>
          </p:cNvPr>
          <p:cNvSpPr txBox="1"/>
          <p:nvPr/>
        </p:nvSpPr>
        <p:spPr>
          <a:xfrm>
            <a:off x="4630994" y="2321004"/>
            <a:ext cx="314861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22860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CB24D7-09EA-A702-8199-565B547FF223}"/>
              </a:ext>
            </a:extLst>
          </p:cNvPr>
          <p:cNvSpPr txBox="1"/>
          <p:nvPr/>
        </p:nvSpPr>
        <p:spPr>
          <a:xfrm>
            <a:off x="4788310" y="1982450"/>
            <a:ext cx="279756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dirty="0"/>
              <a:t>Q&amp;A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3C3695-BC86-D6BA-DBF5-664E2D7C5A13}"/>
              </a:ext>
            </a:extLst>
          </p:cNvPr>
          <p:cNvSpPr txBox="1"/>
          <p:nvPr/>
        </p:nvSpPr>
        <p:spPr>
          <a:xfrm>
            <a:off x="5004620" y="6115665"/>
            <a:ext cx="296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2020mcb1248@iitrpr.ac.in</a:t>
            </a:r>
          </a:p>
        </p:txBody>
      </p:sp>
    </p:spTree>
    <p:extLst>
      <p:ext uri="{BB962C8B-B14F-4D97-AF65-F5344CB8AC3E}">
        <p14:creationId xmlns:p14="http://schemas.microsoft.com/office/powerpoint/2010/main" val="366386672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139</TotalTime>
  <Words>355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sahil tallnia</dc:creator>
  <cp:lastModifiedBy>sahil tallnia</cp:lastModifiedBy>
  <cp:revision>1</cp:revision>
  <dcterms:created xsi:type="dcterms:W3CDTF">2023-07-09T04:33:54Z</dcterms:created>
  <dcterms:modified xsi:type="dcterms:W3CDTF">2023-07-09T06:52:58Z</dcterms:modified>
</cp:coreProperties>
</file>